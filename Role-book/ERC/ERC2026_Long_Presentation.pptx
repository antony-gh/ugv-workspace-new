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0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13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31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15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348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22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83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200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440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15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81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13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72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21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87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137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2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9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ERC 2025 Rules – Full Summary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Comprehensive Overview of European Rover Challenge Rulebook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ERC is an international planetary robotics competition.</a:t>
            </a:r>
          </a:p>
          <a:p>
            <a:r>
              <a:t>Teams build Mars-analog rovers and drones.</a:t>
            </a:r>
          </a:p>
          <a:p>
            <a:r>
              <a:t>Simulates real mission scenarios aligned with space robotics roadmaps.</a:t>
            </a:r>
          </a:p>
          <a:p>
            <a:r>
              <a:t>2025 event hosted at AGH University, Kraków.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Competition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Benchmarking platform for planetary exploration technologies.</a:t>
            </a:r>
          </a:p>
          <a:p>
            <a:r>
              <a:t>Focuses on engineering excellence, autonomy, and scientific reasoning.</a:t>
            </a:r>
          </a:p>
          <a:p>
            <a:r>
              <a:t>Encourages multidisciplinary collaboration and STEM growth.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Organizational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Organized by the European Space Foundation and Polish Space Professionals Association.</a:t>
            </a:r>
          </a:p>
          <a:p>
            <a:r>
              <a:t>Judged by independent experts.</a:t>
            </a:r>
          </a:p>
          <a:p>
            <a:r>
              <a:t>Multiple Q&amp;A sessions and update reports provided to teams.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Kick-Off &amp; Registration: Proposal submission.</a:t>
            </a:r>
          </a:p>
          <a:p>
            <a:r>
              <a:t>Preliminary Design Review: Preliminary Report + RF Form.</a:t>
            </a:r>
          </a:p>
          <a:p>
            <a:r>
              <a:t>Qualification Phase: Jury evaluates documentation.</a:t>
            </a:r>
          </a:p>
          <a:p>
            <a:r>
              <a:t>Critical Design Review: Final Report, Final RF Form, Science Plan.</a:t>
            </a:r>
          </a:p>
          <a:p>
            <a:r>
              <a:t>Finals: Field Tasks, Presentation, and Final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Required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/>
          </a:p>
          <a:p>
            <a:r>
              <a:t>Proposal (submitted with registration).</a:t>
            </a:r>
          </a:p>
          <a:p>
            <a:r>
              <a:t>Preliminary Design Report (technical maturity).</a:t>
            </a:r>
          </a:p>
          <a:p>
            <a:r>
              <a:t>Final Design Report (complete system documentation).</a:t>
            </a:r>
          </a:p>
          <a:p>
            <a:r>
              <a:t>Radio Frequency Form (mandatory for each RF module).</a:t>
            </a:r>
          </a:p>
          <a:p>
            <a:r>
              <a:t>Science Planning Report (geology-based mission planning).</a:t>
            </a:r>
          </a:p>
          <a:p>
            <a:r>
              <a:t>Droning Sub-Task Report.</a:t>
            </a:r>
          </a:p>
          <a:p>
            <a:r>
              <a:t>Scientific Exploration &amp; AstroBio Final Reports.</a:t>
            </a:r>
          </a:p>
          <a:p>
            <a:r>
              <a:t>10-minute capability video.</a:t>
            </a:r>
          </a:p>
          <a:p>
            <a:r>
              <a:t>Final presentation slides.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Submission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Deadlines strictly enforced.</a:t>
            </a:r>
          </a:p>
          <a:p>
            <a:r>
              <a:t>Late submissions penalized up to 20% per time unit.</a:t>
            </a:r>
          </a:p>
          <a:p>
            <a:r>
              <a:t>Files must follow naming and formatting rules.</a:t>
            </a:r>
          </a:p>
          <a:p>
            <a:r>
              <a:t>Video must include specific rover and drone capabilities.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Tasks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Science Task: Exploration, Surface Sampling, Deep Sampling, AstroBio.</a:t>
            </a:r>
          </a:p>
          <a:p>
            <a:r>
              <a:t>Navigation Task: Autonomous Traverse and Droning Sub-task.</a:t>
            </a:r>
          </a:p>
          <a:p>
            <a:r>
              <a:t>Maintenance Task: Repair of malfunctioning instrument.</a:t>
            </a:r>
          </a:p>
          <a:p>
            <a:r>
              <a:t>Probing Task: Retrieval of environmental probes.</a:t>
            </a:r>
          </a:p>
          <a:p>
            <a:r>
              <a:t>Presentation Task: Mission-style scientific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Science Task (Detailed)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Part 1: Regional Geology Analysis (landing site selection).</a:t>
            </a:r>
          </a:p>
          <a:p>
            <a:r>
              <a:t>Part 2: Science Planning (mapping, hypothesis, strategy).</a:t>
            </a:r>
          </a:p>
          <a:p>
            <a:r>
              <a:t>Part 3: Scientific Exploration (on-site verification + USOs).</a:t>
            </a:r>
          </a:p>
          <a:p>
            <a:r>
              <a:t>Teams must create geological maps and test scientific hypotheses.</a:t>
            </a:r>
          </a:p>
          <a:p>
            <a:r>
              <a:t>Sampling tasks require photos, mass measurement, and proper storage.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Navigation Task (Detailed)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Traverse requires autonomous waypoint navigation.</a:t>
            </a:r>
          </a:p>
          <a:p>
            <a:r>
              <a:t>Droning Sub-task: Perform reconnaissance, obstacle detection.</a:t>
            </a:r>
          </a:p>
          <a:p>
            <a:r>
              <a:t>Drone must find sealed probe and return safely.</a:t>
            </a:r>
          </a:p>
          <a:p>
            <a:r>
              <a:t>Autonomy and robustness heavily judged.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Maintenance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Simulates repairing a malfunctioning payload.</a:t>
            </a:r>
          </a:p>
          <a:p>
            <a:r>
              <a:t>Tasks include pressing buttons, flipping switches, and manipulating connectors.</a:t>
            </a:r>
          </a:p>
          <a:p>
            <a:r>
              <a:t>Precision control and effective UI/UX design matter.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Probing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Rovers collect environmental probes left from previous missions.</a:t>
            </a:r>
          </a:p>
          <a:p>
            <a:r>
              <a:t>Focuses on navigation, manipulation, and sample handling.</a:t>
            </a:r>
          </a:p>
          <a:p>
            <a:r>
              <a:t>Must ensure safe transport of probes back to start 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Presentation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Teams deliver scientific/engineering presentation.</a:t>
            </a:r>
          </a:p>
          <a:p>
            <a:r>
              <a:t>Must include mission strategy, design choices, science results.</a:t>
            </a:r>
          </a:p>
          <a:p>
            <a:r>
              <a:t>Scored on clarity, professionalism, and scientific rigor.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Technical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Rovers must meet Appendix 3 specs (mobility, power, safety).</a:t>
            </a:r>
          </a:p>
          <a:p>
            <a:r>
              <a:t>Drones must operate within weight and RF rules.</a:t>
            </a:r>
          </a:p>
          <a:p>
            <a:r>
              <a:t>Mandatory RF Check before each task.</a:t>
            </a:r>
          </a:p>
          <a:p>
            <a:r>
              <a:t>System must be safe; unsafe hardware risks disqualification.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Communication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Wi-Fi 2.4 GHz / 5 GHz, specific amateur radio bands allowed.</a:t>
            </a:r>
          </a:p>
          <a:p>
            <a:r>
              <a:t>LTE/5G permitted.</a:t>
            </a:r>
          </a:p>
          <a:p>
            <a:r>
              <a:t>RF interference expected; robust systems recommended.</a:t>
            </a:r>
          </a:p>
          <a:p>
            <a:r>
              <a:t>Unauthorized config changes = –20 points per violation.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Venue &amp; Field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Outdoor Mars Yard with rocks, slopes, dunes, regolith.</a:t>
            </a:r>
          </a:p>
          <a:p>
            <a:r>
              <a:t>Weather variation expected: rain, heat, wind.</a:t>
            </a:r>
          </a:p>
          <a:p>
            <a:r>
              <a:t>Warm-up day provided but terrain may be incomplete.</a:t>
            </a:r>
          </a:p>
          <a:p>
            <a:r>
              <a:t>Teams must operate without line-of-sight in control room.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Scoring &amp; Qualification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Up to 20 qualified teams + up to 5 wild cards.</a:t>
            </a:r>
          </a:p>
          <a:p>
            <a:r>
              <a:t>Documentation quality heavily weighted.</a:t>
            </a:r>
          </a:p>
          <a:p>
            <a:r>
              <a:t>Scoring per task is independent.</a:t>
            </a:r>
          </a:p>
          <a:p>
            <a:r>
              <a:t>Penalties apply for delays, safety issues, RF violations.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Awards &amp;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1st, 2nd, 3rd overall places.</a:t>
            </a:r>
          </a:p>
          <a:p>
            <a:r>
              <a:t>Best-in-task awards for Science, Navigation, Droning, Maintenance, Probing, Presentation.</a:t>
            </a:r>
          </a:p>
          <a:p>
            <a:r>
              <a:t>Winning rovers receive commemorative stickers.</a:t>
            </a:r>
          </a:p>
          <a:p>
            <a:r>
              <a:t>Digital participation certificates issued to active team members.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Final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Teams bear responsibility for their hardware and safety.</a:t>
            </a:r>
          </a:p>
          <a:p>
            <a:r>
              <a:t>Organizer may alter schedule due to weather or logistics.</a:t>
            </a:r>
          </a:p>
          <a:p>
            <a:r>
              <a:t>All decisions by organizer or jury are final.</a:t>
            </a:r>
          </a:p>
          <a:p>
            <a:r>
              <a:t>Event aims to prepare the next generation of planetary robotics engineers.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</TotalTime>
  <Words>765</Words>
  <Application>Microsoft Office PowerPoint</Application>
  <PresentationFormat>On-screen Show (4:3)</PresentationFormat>
  <Paragraphs>113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Ion Boardroom</vt:lpstr>
      <vt:lpstr>ERC 2025 Rules – Full Summary Presentation</vt:lpstr>
      <vt:lpstr>1. Introduction</vt:lpstr>
      <vt:lpstr>2. Competition Philosophy</vt:lpstr>
      <vt:lpstr>3. Organizational Structure</vt:lpstr>
      <vt:lpstr>4. Milestones</vt:lpstr>
      <vt:lpstr>5. Required Deliverables</vt:lpstr>
      <vt:lpstr>6. Submission Rules</vt:lpstr>
      <vt:lpstr>7. Tasks Overview</vt:lpstr>
      <vt:lpstr>8. Science Task (Detailed)</vt:lpstr>
      <vt:lpstr>9. Navigation Task (Detailed)</vt:lpstr>
      <vt:lpstr>10. Maintenance Task</vt:lpstr>
      <vt:lpstr>11. Probing Task</vt:lpstr>
      <vt:lpstr>12. Presentation Task</vt:lpstr>
      <vt:lpstr>13. Technical Requirements</vt:lpstr>
      <vt:lpstr>14. Communication Requirements</vt:lpstr>
      <vt:lpstr>15. Venue &amp; Field Conditions</vt:lpstr>
      <vt:lpstr>16. Scoring &amp; Qualification</vt:lpstr>
      <vt:lpstr>17. Awards &amp; Recognition</vt:lpstr>
      <vt:lpstr>18. Final Notes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Antoni ghaes</cp:lastModifiedBy>
  <cp:revision>2</cp:revision>
  <dcterms:created xsi:type="dcterms:W3CDTF">2013-01-27T09:14:16Z</dcterms:created>
  <dcterms:modified xsi:type="dcterms:W3CDTF">2025-11-14T11:07:01Z</dcterms:modified>
  <cp:category/>
</cp:coreProperties>
</file>