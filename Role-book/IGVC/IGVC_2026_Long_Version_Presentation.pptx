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IGVC 2026 – FULL SUMMARY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AutoNav • Self Drive • Design Challenge • Awards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33rd Annual Intelligent Ground Vehicle Competition</a:t>
            </a:r>
          </a:p>
          <a:p>
            <a:pPr/>
            <a:r>
              <a:t>May 29 – June 1, 2026 • Oakland University, Rochester, Michigan</a:t>
            </a:r>
          </a:p>
          <a:p>
            <a:pPr/>
            <a:r>
              <a:t>Events: AutoNav, Self Drive, Design Challenge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Updates for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Introduction of Top Performer Award (AutoNav + Self Drive)</a:t>
            </a:r>
          </a:p>
          <a:p>
            <a:pPr/>
            <a:r>
              <a:t>Design reports must include autonomous subsystem analysis</a:t>
            </a:r>
          </a:p>
          <a:p>
            <a:pPr/>
            <a:r>
              <a:t>Extended Self Drive testing windows</a:t>
            </a:r>
          </a:p>
          <a:p>
            <a:pPr/>
            <a:r>
              <a:t>Continuation of the HBCU Award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Student-led teams with faculty supervision</a:t>
            </a:r>
          </a:p>
          <a:p>
            <a:pPr/>
            <a:r>
              <a:t>Maximum of 3 vehicles per university</a:t>
            </a:r>
          </a:p>
          <a:p>
            <a:pPr/>
            <a:r>
              <a:t>$500 registration fee per vehicle</a:t>
            </a:r>
          </a:p>
          <a:p>
            <a:pPr/>
            <a:r>
              <a:t>50% discount for dual-event vehicle entries</a:t>
            </a:r>
          </a:p>
          <a:p>
            <a:pPr/>
            <a:r>
              <a:t>International teams limited to 6 students + 2 faculty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Vehicle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Fully autonomous unmanned ground vehicle</a:t>
            </a:r>
          </a:p>
          <a:p>
            <a:pPr/>
            <a:r>
              <a:t>Dimensions: 3–7 ft length, 2–4 ft width, ≤ 6 ft height</a:t>
            </a:r>
          </a:p>
          <a:p>
            <a:pPr/>
            <a:r>
              <a:t>Speed: 1–5 mph, hardware governed</a:t>
            </a:r>
          </a:p>
          <a:p>
            <a:pPr/>
            <a:r>
              <a:t>Mandatory 20 lb payload</a:t>
            </a:r>
          </a:p>
          <a:p>
            <a:pPr/>
            <a:r>
              <a:t>Mechanical and wireless E-stop required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Qualification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All vehicles must pass qualification before competing</a:t>
            </a:r>
          </a:p>
          <a:p>
            <a:pPr/>
            <a:r>
              <a:t>Includes speed test, lane following, obstacle avoidance</a:t>
            </a:r>
          </a:p>
          <a:p>
            <a:pPr/>
            <a:r>
              <a:t>Vehicle safety systems must function flawlessly</a:t>
            </a:r>
          </a:p>
          <a:p>
            <a:pPr/>
            <a:r>
              <a:t>Failure results in immediate disqualification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AutoNav Challenge –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Navigate a 500 ft outdoor obstacle course autonomously</a:t>
            </a:r>
          </a:p>
          <a:p>
            <a:pPr/>
            <a:r>
              <a:t>Maintain lane position and required speed</a:t>
            </a:r>
          </a:p>
          <a:p>
            <a:pPr/>
            <a:r>
              <a:t>Avoid static and dynamic obstacles</a:t>
            </a:r>
          </a:p>
          <a:p>
            <a:pPr/>
            <a:r>
              <a:t>Scoring: adjusted time or adjusted distance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AutoNav Course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Asphalt course with 10–20 ft lane widths</a:t>
            </a:r>
          </a:p>
          <a:p>
            <a:pPr/>
            <a:r>
              <a:t>Obstacles: barrels, potholes, trees, cones</a:t>
            </a:r>
          </a:p>
          <a:p>
            <a:pPr/>
            <a:r>
              <a:t>Minimum 1 mph required within first 44 ft</a:t>
            </a:r>
          </a:p>
          <a:p>
            <a:pPr/>
            <a:r>
              <a:t>6-minute maximum run duration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AutoNav Violations &amp; Penalties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Leaving course: -10 ft + end of run</a:t>
            </a:r>
          </a:p>
          <a:p>
            <a:pPr/>
            <a:r>
              <a:t>Obstacle crash/displacement: -10 ft + end of run</a:t>
            </a:r>
          </a:p>
          <a:p>
            <a:pPr/>
            <a:r>
              <a:t>Sideswipe/touch: -5 ft</a:t>
            </a:r>
          </a:p>
          <a:p>
            <a:pPr/>
            <a:r>
              <a:t>Careless driving: -5 ft</a:t>
            </a:r>
          </a:p>
          <a:p>
            <a:pPr/>
            <a:r>
              <a:t>Payload loss ends run immediately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Self Drive –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Emulates high-level autonomous driving behaviors</a:t>
            </a:r>
          </a:p>
          <a:p>
            <a:pPr/>
            <a:r>
              <a:t>Lane following, intersections, and turns</a:t>
            </a:r>
          </a:p>
          <a:p>
            <a:pPr/>
            <a:r>
              <a:t>Stop sign recognition, pedestrian handling</a:t>
            </a:r>
          </a:p>
          <a:p>
            <a:pPr/>
            <a:r>
              <a:t>Focus on perception, ML/DL, decision-making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Self Drive Qualification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Q1: Lane Keeping</a:t>
            </a:r>
          </a:p>
          <a:p>
            <a:pPr/>
            <a:r>
              <a:t>Q2: Line Detection</a:t>
            </a:r>
          </a:p>
          <a:p>
            <a:pPr/>
            <a:r>
              <a:t>Q3: Left Turn</a:t>
            </a:r>
          </a:p>
          <a:p>
            <a:pPr/>
            <a:r>
              <a:t>Q4: Right Turn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Self Drive – Functions Testing (16 Tests)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Pedestrian detection (static &amp; moving)</a:t>
            </a:r>
          </a:p>
          <a:p>
            <a:pPr/>
            <a:r>
              <a:t>Tire obstacle detection</a:t>
            </a:r>
          </a:p>
          <a:p>
            <a:pPr/>
            <a:r>
              <a:t>Stop sign &amp; fake sign classification</a:t>
            </a:r>
          </a:p>
          <a:p>
            <a:pPr/>
            <a:r>
              <a:t>Parking maneuvers: pull-in, pull-out, parallel</a:t>
            </a:r>
          </a:p>
          <a:p>
            <a:pPr/>
            <a:r>
              <a:t>Lane changes with obstacles</a:t>
            </a:r>
          </a:p>
          <a:p>
            <a:pPr/>
            <a:r>
              <a:t>Curved path navigation</a:t>
            </a:r>
          </a:p>
          <a:p>
            <a:pPr/>
            <a:r>
              <a:t>Pothole detection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Self Drive – Full Course (21 Functions)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All functions executed sequentially in one run</a:t>
            </a:r>
          </a:p>
          <a:p>
            <a:pPr/>
            <a:r>
              <a:t>Includes lane following, lane changes, turns</a:t>
            </a:r>
          </a:p>
          <a:p>
            <a:pPr/>
            <a:r>
              <a:t>Pedestrians, obstacles, fake signs</a:t>
            </a:r>
          </a:p>
          <a:p>
            <a:pPr/>
            <a:r>
              <a:t>Score: 2100 points total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Written report: 15–18 pages (strict format)</a:t>
            </a:r>
          </a:p>
          <a:p>
            <a:pPr/>
            <a:r>
              <a:t>Oral presentation &amp; Q&amp;A</a:t>
            </a:r>
          </a:p>
          <a:p>
            <a:pPr/>
            <a:r>
              <a:t>Vehicle technical inspection</a:t>
            </a:r>
          </a:p>
          <a:p>
            <a:pPr/>
            <a:r>
              <a:t>Judged on requirements, design, KPIs, testing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Report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Covers system architecture and subsystems</a:t>
            </a:r>
          </a:p>
          <a:p>
            <a:pPr/>
            <a:r>
              <a:t>Mechanical, electrical, software, perception, logic</a:t>
            </a:r>
          </a:p>
          <a:p>
            <a:pPr/>
            <a:r>
              <a:t>KPIs must be measurable and validated</a:t>
            </a:r>
          </a:p>
          <a:p>
            <a:pPr/>
            <a:r>
              <a:t>Annual update required—no reuse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AutoNav Awards</a:t>
            </a:r>
          </a:p>
          <a:p>
            <a:pPr/>
            <a:r>
              <a:t>Self Drive Awards</a:t>
            </a:r>
          </a:p>
          <a:p>
            <a:pPr/>
            <a:r>
              <a:t>Top Performer Award</a:t>
            </a:r>
          </a:p>
          <a:p>
            <a:pPr/>
            <a:r>
              <a:t>Design Challenge Awards</a:t>
            </a:r>
          </a:p>
          <a:p>
            <a:pPr/>
            <a:r>
              <a:t>Rookie of the Year</a:t>
            </a:r>
          </a:p>
          <a:p>
            <a:pPr/>
            <a:r>
              <a:t>HBCU Flight Award</a:t>
            </a:r>
          </a:p>
          <a:p>
            <a:pPr/>
            <a:r>
              <a:t>Grand Award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