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5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8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4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9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0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9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4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6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6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8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84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97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8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8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86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51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2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97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IGVC 2026 – Summary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AutoNav • Self Drive • Design Challenge • Awards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33rd Annual Intelligent Ground Vehicle Competition – May 29–June 1, 2026</a:t>
            </a:r>
          </a:p>
          <a:p>
            <a:r>
              <a:t>Events: AutoNav, Self Drive, Design Challenge</a:t>
            </a:r>
          </a:p>
          <a:p>
            <a:r>
              <a:t>Location: Oakland University, Rochester, Michigan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Updates for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 Performer Award added (AutoNav &amp; Self Drive)</a:t>
            </a:r>
          </a:p>
          <a:p>
            <a:r>
              <a:t>Design reports require discussion of autonomous subsystems</a:t>
            </a:r>
          </a:p>
          <a:p>
            <a:r>
              <a:t>Self Drive times extended for dual challenge running</a:t>
            </a:r>
          </a:p>
          <a:p>
            <a:r>
              <a:t>HBCU Award continues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Teams must be student-run with faculty advisor supervision</a:t>
            </a:r>
          </a:p>
          <a:p>
            <a:r>
              <a:t>Maximum 3 vehicles per university</a:t>
            </a:r>
          </a:p>
          <a:p>
            <a:r>
              <a:t>Vehicle registration: $500 per entry; 50% discount for dual-event teams</a:t>
            </a:r>
          </a:p>
          <a:p>
            <a:r>
              <a:t>International teams limited to 6 students + 2 faculty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Fully autonomous unmanned ground vehicle</a:t>
            </a:r>
          </a:p>
          <a:p>
            <a:r>
              <a:t>Length 3–7 ft, Width 2–4 ft, Height ≤ 6 ft</a:t>
            </a:r>
          </a:p>
          <a:p>
            <a:r>
              <a:t>Speed: 1–5 mph (hardware governed)</a:t>
            </a:r>
          </a:p>
          <a:p>
            <a:r>
              <a:t>Mandatory 20 lb payload; mechanical + wireless E-stop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Challenge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Navigate outdoor obstacle course autonomously</a:t>
            </a:r>
          </a:p>
          <a:p>
            <a:r>
              <a:t>Stay in lane, avoid obstacles, maintain required speed</a:t>
            </a:r>
          </a:p>
          <a:p>
            <a:r>
              <a:t>Scoring based on adjusted time or adjusted distance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Course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500 ft asphalt course; lane width 10–20 ft</a:t>
            </a:r>
          </a:p>
          <a:p>
            <a:r>
              <a:t>Obstacles: barrels, potholes, trees, posts</a:t>
            </a:r>
          </a:p>
          <a:p>
            <a:r>
              <a:t>Minimum 1 mph for first 44 ft or run ends</a:t>
            </a:r>
          </a:p>
          <a:p>
            <a:r>
              <a:t>6-minute time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Challenge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Develop Level-5 style autonomous driving skills</a:t>
            </a:r>
          </a:p>
          <a:p>
            <a:r>
              <a:t>Lane following, turns, stop sign detection</a:t>
            </a:r>
          </a:p>
          <a:p>
            <a:r>
              <a:t>Pedestrian detection, obstacle avoidance, parking</a:t>
            </a:r>
          </a:p>
          <a:p>
            <a:r>
              <a:t>Focus on ML, DL, perception &amp; driving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Testing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Must pass AutoNav Qualification</a:t>
            </a:r>
          </a:p>
          <a:p>
            <a:r>
              <a:t>Self Drive Qualification (4 tests)</a:t>
            </a:r>
          </a:p>
          <a:p>
            <a:r>
              <a:t>Functions Testing: 16 function tests (100 pts each)</a:t>
            </a:r>
          </a:p>
          <a:p>
            <a:r>
              <a:t>Full Course: 21 sequential functions (2100 pts)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Written report (15–18 pages depending on events)</a:t>
            </a:r>
          </a:p>
          <a:p>
            <a:r>
              <a:t>Oral presentation + Q&amp;A</a:t>
            </a:r>
          </a:p>
          <a:p>
            <a:r>
              <a:t>Vehicle examination by judges</a:t>
            </a:r>
          </a:p>
          <a:p>
            <a:r>
              <a:t>Focus: requirements, design choices, KPIs,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AutoNav Awards</a:t>
            </a:r>
          </a:p>
          <a:p>
            <a:r>
              <a:t>Self Drive Awards</a:t>
            </a:r>
          </a:p>
          <a:p>
            <a:r>
              <a:t>Top Performer Award</a:t>
            </a:r>
          </a:p>
          <a:p>
            <a:r>
              <a:t>Design Challenge Awards</a:t>
            </a:r>
          </a:p>
          <a:p>
            <a:r>
              <a:t>Rookie of the Year, HBCU Flight, Grand Award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73</TotalTime>
  <Words>339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Celestial</vt:lpstr>
      <vt:lpstr>IGVC 2026 – Summary Presentation</vt:lpstr>
      <vt:lpstr>Competition Overview</vt:lpstr>
      <vt:lpstr>Key Updates for 2026</vt:lpstr>
      <vt:lpstr>Team Requirements</vt:lpstr>
      <vt:lpstr>Vehicle Requirements</vt:lpstr>
      <vt:lpstr>AutoNav Challenge – Objective</vt:lpstr>
      <vt:lpstr>AutoNav Course Highlights</vt:lpstr>
      <vt:lpstr>Self Drive Challenge – Objective</vt:lpstr>
      <vt:lpstr>Self Drive Testing Structure</vt:lpstr>
      <vt:lpstr>Design Challenge</vt:lpstr>
      <vt:lpstr>Awards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Antony Ghayes</dc:creator>
  <cp:keywords/>
  <dc:description>generated using python-pptx</dc:description>
  <cp:lastModifiedBy>Antoni ghaes</cp:lastModifiedBy>
  <cp:revision>2</cp:revision>
  <dcterms:created xsi:type="dcterms:W3CDTF">2013-01-27T09:14:16Z</dcterms:created>
  <dcterms:modified xsi:type="dcterms:W3CDTF">2025-11-14T12:59:59Z</dcterms:modified>
  <cp:category/>
</cp:coreProperties>
</file>