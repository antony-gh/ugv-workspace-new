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25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0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2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8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5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2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9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65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16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02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16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90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58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1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25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IGVC 2026 – FULL SUMMARY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AutoNav • Self Drive • Design Challenge • Awards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33rd Annual Intelligent Ground Vehicle Competition</a:t>
            </a:r>
          </a:p>
          <a:p>
            <a:r>
              <a:t>May 29 – June 1, 2026 • Oakland University, Rochester, Michigan</a:t>
            </a:r>
          </a:p>
          <a:p>
            <a:r>
              <a:t>Events: AutoNav, Self Drive, Design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Updates for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Introduction of Top Performer Award (AutoNav + Self Drive)</a:t>
            </a:r>
          </a:p>
          <a:p>
            <a:r>
              <a:t>Design reports must include autonomous subsystem analysis</a:t>
            </a:r>
          </a:p>
          <a:p>
            <a:r>
              <a:t>Extended Self Drive testing windows</a:t>
            </a:r>
          </a:p>
          <a:p>
            <a:r>
              <a:t>Continuation of the HBCU Award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Student-led teams with faculty supervision</a:t>
            </a:r>
          </a:p>
          <a:p>
            <a:r>
              <a:t>Maximum of 3 vehicles per university</a:t>
            </a:r>
          </a:p>
          <a:p>
            <a:r>
              <a:t>$500 registration fee per vehicle</a:t>
            </a:r>
          </a:p>
          <a:p>
            <a:r>
              <a:t>50% discount for dual-event vehicle entries</a:t>
            </a:r>
          </a:p>
          <a:p>
            <a:r>
              <a:t>International teams limited to 6 students + 2 faculty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Fully autonomous unmanned ground vehicle</a:t>
            </a:r>
          </a:p>
          <a:p>
            <a:r>
              <a:t>Dimensions: 3–7 ft length, 2–4 ft width, ≤ 6 ft height</a:t>
            </a:r>
          </a:p>
          <a:p>
            <a:r>
              <a:t>Speed: 1–5 mph, hardware governed</a:t>
            </a:r>
          </a:p>
          <a:p>
            <a:r>
              <a:t>Mandatory 20 lb payload</a:t>
            </a:r>
          </a:p>
          <a:p>
            <a:r>
              <a:t>Mechanical and wireless E-stop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Qualification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All vehicles must pass qualification before competing</a:t>
            </a:r>
          </a:p>
          <a:p>
            <a:r>
              <a:t>Includes speed test, lane following, obstacle avoidance</a:t>
            </a:r>
          </a:p>
          <a:p>
            <a:r>
              <a:t>Vehicle safety systems must function flawlessly</a:t>
            </a:r>
          </a:p>
          <a:p>
            <a:r>
              <a:t>Failure results in immediate disqualification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Challenge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Navigate a 500 ft outdoor obstacle course autonomously</a:t>
            </a:r>
          </a:p>
          <a:p>
            <a:r>
              <a:t>Maintain lane position and required speed</a:t>
            </a:r>
          </a:p>
          <a:p>
            <a:r>
              <a:t>Avoid static and dynamic obstacles</a:t>
            </a:r>
          </a:p>
          <a:p>
            <a:r>
              <a:t>Scoring: adjusted time or adjusted distance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Course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Asphalt course with 10–20 ft lane widths</a:t>
            </a:r>
          </a:p>
          <a:p>
            <a:r>
              <a:t>Obstacles: barrels, potholes, trees, cones</a:t>
            </a:r>
          </a:p>
          <a:p>
            <a:r>
              <a:t>Minimum 1 mph required within first 44 ft</a:t>
            </a:r>
          </a:p>
          <a:p>
            <a:r>
              <a:t>6-minute maximum run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Violations &amp; Penalties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Leaving course: -10 ft + end of run</a:t>
            </a:r>
          </a:p>
          <a:p>
            <a:r>
              <a:t>Obstacle crash/displacement: -10 ft + end of run</a:t>
            </a:r>
          </a:p>
          <a:p>
            <a:r>
              <a:t>Sideswipe/touch: -5 ft</a:t>
            </a:r>
          </a:p>
          <a:p>
            <a:r>
              <a:t>Careless driving: -5 ft</a:t>
            </a:r>
          </a:p>
          <a:p>
            <a:r>
              <a:t>Payload loss ends run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Emulates high-level autonomous driving behaviors</a:t>
            </a:r>
          </a:p>
          <a:p>
            <a:r>
              <a:t>Lane following, intersections, and turns</a:t>
            </a:r>
          </a:p>
          <a:p>
            <a:r>
              <a:t>Stop sign recognition, pedestrian handling</a:t>
            </a:r>
          </a:p>
          <a:p>
            <a:r>
              <a:t>Focus on perception, ML/DL,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Qualification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Q1: Lane Keeping</a:t>
            </a:r>
          </a:p>
          <a:p>
            <a:r>
              <a:t>Q2: Line Detection</a:t>
            </a:r>
          </a:p>
          <a:p>
            <a:r>
              <a:t>Q3: Left Turn</a:t>
            </a:r>
          </a:p>
          <a:p>
            <a:r>
              <a:t>Q4: Right Turn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– Functions Testing (16 Tests)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Pedestrian detection (static &amp; moving)</a:t>
            </a:r>
          </a:p>
          <a:p>
            <a:r>
              <a:t>Tire obstacle detection</a:t>
            </a:r>
          </a:p>
          <a:p>
            <a:r>
              <a:t>Stop sign &amp; fake sign classification</a:t>
            </a:r>
          </a:p>
          <a:p>
            <a:r>
              <a:t>Parking maneuvers: pull-in, pull-out, parallel</a:t>
            </a:r>
          </a:p>
          <a:p>
            <a:r>
              <a:t>Lane changes with obstacles</a:t>
            </a:r>
          </a:p>
          <a:p>
            <a:r>
              <a:t>Curved path navigation</a:t>
            </a:r>
          </a:p>
          <a:p>
            <a:r>
              <a:t>Pothole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– Full Course (21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All functions executed sequentially in one run</a:t>
            </a:r>
          </a:p>
          <a:p>
            <a:r>
              <a:t>Includes lane following, lane changes, turns</a:t>
            </a:r>
          </a:p>
          <a:p>
            <a:r>
              <a:t>Pedestrians, obstacles, fake signs</a:t>
            </a:r>
          </a:p>
          <a:p>
            <a:r>
              <a:t>Score: 2100 points total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Written report: 15–18 pages (strict format)</a:t>
            </a:r>
          </a:p>
          <a:p>
            <a:r>
              <a:t>Oral presentation &amp; Q&amp;A</a:t>
            </a:r>
          </a:p>
          <a:p>
            <a:r>
              <a:t>Vehicle technical inspection</a:t>
            </a:r>
          </a:p>
          <a:p>
            <a:r>
              <a:t>Judged on requirements, design, KPIs,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Report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Covers system architecture and subsystems</a:t>
            </a:r>
          </a:p>
          <a:p>
            <a:r>
              <a:t>Mechanical, electrical, software, perception, logic</a:t>
            </a:r>
          </a:p>
          <a:p>
            <a:r>
              <a:t>KPIs must be measurable and validated</a:t>
            </a:r>
          </a:p>
          <a:p>
            <a:r>
              <a:t>Annual update required—no reuse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AutoNav Awards</a:t>
            </a:r>
          </a:p>
          <a:p>
            <a:r>
              <a:t>Self Drive Awards</a:t>
            </a:r>
          </a:p>
          <a:p>
            <a:r>
              <a:t>Top Performer Award</a:t>
            </a:r>
          </a:p>
          <a:p>
            <a:r>
              <a:t>Design Challenge Awards</a:t>
            </a:r>
          </a:p>
          <a:p>
            <a:r>
              <a:t>Rookie of the Year</a:t>
            </a:r>
          </a:p>
          <a:p>
            <a:r>
              <a:t>HBCU Flight Award</a:t>
            </a:r>
          </a:p>
          <a:p>
            <a:r>
              <a:t>Grand Award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</TotalTime>
  <Words>491</Words>
  <Application>Microsoft Office PowerPoint</Application>
  <PresentationFormat>On-screen Show (4:3)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Celestial</vt:lpstr>
      <vt:lpstr>IGVC 2026 – FULL SUMMARY PRESENTATION</vt:lpstr>
      <vt:lpstr>Competition Overview</vt:lpstr>
      <vt:lpstr>Key Updates for 2026</vt:lpstr>
      <vt:lpstr>Team Requirements</vt:lpstr>
      <vt:lpstr>Vehicle Requirements</vt:lpstr>
      <vt:lpstr>Qualification Requirements</vt:lpstr>
      <vt:lpstr>AutoNav Challenge – Objective</vt:lpstr>
      <vt:lpstr>AutoNav Course Details</vt:lpstr>
      <vt:lpstr>AutoNav Violations &amp; Penalties</vt:lpstr>
      <vt:lpstr>Self Drive – Objective</vt:lpstr>
      <vt:lpstr>Self Drive Qualification Tests</vt:lpstr>
      <vt:lpstr>Self Drive – Functions Testing (16 Tests)</vt:lpstr>
      <vt:lpstr>Self Drive – Full Course (21 Functions)</vt:lpstr>
      <vt:lpstr>Design Challenge</vt:lpstr>
      <vt:lpstr>Design Report Requirements</vt:lpstr>
      <vt:lpstr>Awards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Antony Ghayes</dc:creator>
  <cp:keywords/>
  <dc:description>generated using python-pptx</dc:description>
  <cp:lastModifiedBy>Antoni ghaes</cp:lastModifiedBy>
  <cp:revision>2</cp:revision>
  <dcterms:created xsi:type="dcterms:W3CDTF">2013-01-27T09:14:16Z</dcterms:created>
  <dcterms:modified xsi:type="dcterms:W3CDTF">2025-11-14T12:04:30Z</dcterms:modified>
  <cp:category/>
</cp:coreProperties>
</file>